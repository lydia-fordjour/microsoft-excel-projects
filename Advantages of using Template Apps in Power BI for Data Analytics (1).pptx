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89" r:id="rId7"/>
    <p:sldId id="416" r:id="rId8"/>
    <p:sldId id="415" r:id="rId9"/>
    <p:sldId id="391" r:id="rId10"/>
    <p:sldId id="413" r:id="rId11"/>
    <p:sldId id="418" r:id="rId12"/>
    <p:sldId id="41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DB808-3D2A-4968-A50D-E61FDF4A4B4F}" v="24" dt="2025-02-10T13:26:38.502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55" d="100"/>
          <a:sy n="55" d="100"/>
        </p:scale>
        <p:origin x="109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C31B-5F00-6481-0C04-7AB8F72D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43BD0-C150-438D-8149-B603D9770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59BD5-852A-7EB3-F067-68F8677FC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7B2D6-AE6D-8ABF-D310-9B3D15744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39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8F4E-2140-15C2-28D3-A06E641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8FB5E-1877-6720-C113-708502EBA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B69DB-E543-F846-9906-1EBFCE07F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3CE6E-60ED-8229-AA65-C356E687E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29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DC6C-AB4D-049C-2BC6-FA092FBD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A24A2-C1C9-A583-7ED3-758F12CA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4D3F8-6BBB-3F76-6D1C-62AE95867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CDBE7-A191-85BD-73B9-A91CB3F46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82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ACA9-8A76-CDB9-52E7-B8E871B2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849A8-8933-34CD-223C-C83654B66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19458-417C-5C98-997C-EF799C1BE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F7958-1299-7A98-B3DD-CC5D85200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4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xcelmojo.com/power-bi-templates/" TargetMode="External"/><Relationship Id="rId3" Type="http://schemas.openxmlformats.org/officeDocument/2006/relationships/hyperlink" Target="https://learn.microsoft.com/en-us/power-bi/consumer/end-user-apps" TargetMode="External"/><Relationship Id="rId7" Type="http://schemas.openxmlformats.org/officeDocument/2006/relationships/hyperlink" Target="https://appsource.microsoft.com/en-nz/product/power-bi/nca_dynamics.pbi_essentials_sales_template?tab=Over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n-us/power-bi/connect-data/service-connect-to-salesforce" TargetMode="External"/><Relationship Id="rId5" Type="http://schemas.openxmlformats.org/officeDocument/2006/relationships/hyperlink" Target="https://learn.microsoft.com/en-us/power-bi/create-reports/sample-human-resources" TargetMode="External"/><Relationship Id="rId4" Type="http://schemas.openxmlformats.org/officeDocument/2006/relationships/hyperlink" Target="https://learn.microsoft.com/en-us/power-bi/connect-data/service-template-apps-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sz="5400" dirty="0"/>
              <a:t>Advantages of using template apps in Power BI for data analytics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A4B07E-6A7C-4772-267D-9D04777667E6}"/>
              </a:ext>
            </a:extLst>
          </p:cNvPr>
          <p:cNvSpPr txBox="1">
            <a:spLocks/>
          </p:cNvSpPr>
          <p:nvPr/>
        </p:nvSpPr>
        <p:spPr>
          <a:xfrm>
            <a:off x="6309904" y="1600200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/>
              <a:t>A Group 6 Presentation</a:t>
            </a:r>
          </a:p>
          <a:p>
            <a:r>
              <a:rPr lang="en-US" sz="2000" dirty="0"/>
              <a:t>GROW Cohort 2 Group 2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 lnSpcReduction="10000"/>
          </a:bodyPr>
          <a:lstStyle/>
          <a:p>
            <a:r>
              <a:rPr lang="en-US" dirty="0"/>
              <a:t>Apps in Power BI</a:t>
            </a:r>
          </a:p>
          <a:p>
            <a:r>
              <a:rPr lang="en-US" dirty="0"/>
              <a:t>Template Apps in Power BI</a:t>
            </a:r>
          </a:p>
          <a:p>
            <a:r>
              <a:rPr lang="en-US" dirty="0"/>
              <a:t>The Different Template Apps in Power BI</a:t>
            </a:r>
          </a:p>
          <a:p>
            <a:r>
              <a:rPr lang="en-US" dirty="0"/>
              <a:t>Uses of some Template Apps in Power BI </a:t>
            </a:r>
          </a:p>
          <a:p>
            <a:r>
              <a:rPr lang="en-US" dirty="0"/>
              <a:t>Advantages of using Template Apps in Power BI for data analytics 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n-US" dirty="0"/>
              <a:t>A Power BI App</a:t>
            </a:r>
          </a:p>
        </p:txBody>
      </p:sp>
      <p:pic>
        <p:nvPicPr>
          <p:cNvPr id="12" name="Picture Placeholder 4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41" b="-1"/>
          <a:stretch/>
        </p:blipFill>
        <p:spPr>
          <a:xfrm>
            <a:off x="595523" y="2676525"/>
            <a:ext cx="5319140" cy="3597470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7339" y="2676525"/>
            <a:ext cx="5289821" cy="35974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This is an official packaged content, created by Power BI designers. The app is distributed to a broad audience.</a:t>
            </a:r>
          </a:p>
          <a:p>
            <a:r>
              <a:rPr lang="en-US" dirty="0"/>
              <a:t>A Power BI app combines related content, like dashboards, spreadsheets, semantic models, and reports, all in one place. </a:t>
            </a:r>
          </a:p>
          <a:p>
            <a:r>
              <a:rPr lang="en-US" dirty="0"/>
              <a:t>It has one or more of each content type bundled together. 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5390-E058-E4E6-2803-106611CF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1179-81E6-359B-FFC4-1D430683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anchor="b">
            <a:normAutofit/>
          </a:bodyPr>
          <a:lstStyle/>
          <a:p>
            <a:r>
              <a:rPr lang="en-US" dirty="0"/>
              <a:t>A Power BI Template App</a:t>
            </a:r>
          </a:p>
        </p:txBody>
      </p:sp>
      <p:pic>
        <p:nvPicPr>
          <p:cNvPr id="12" name="Picture Placeholder 4">
            <a:extLst>
              <a:ext uri="{FF2B5EF4-FFF2-40B4-BE49-F238E27FC236}">
                <a16:creationId xmlns:a16="http://schemas.microsoft.com/office/drawing/2014/main" id="{353D6051-6756-6265-C958-5DA3C168E3E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" r="577"/>
          <a:stretch/>
        </p:blipFill>
        <p:spPr>
          <a:xfrm>
            <a:off x="595523" y="2676525"/>
            <a:ext cx="5319140" cy="3597470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B1CE7-0A4F-3FF1-7BE4-FCCA4ABD6E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7339" y="2676525"/>
            <a:ext cx="5289821" cy="359747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sz="2200" dirty="0"/>
              <a:t>This is a collection of pre-built dashboards and reports that can be easily customized and distributed.</a:t>
            </a:r>
          </a:p>
          <a:p>
            <a:r>
              <a:rPr lang="en-US" sz="2200" dirty="0"/>
              <a:t>Power BI template apps enable Power BI partners to build Power BI apps with little or no coding, and deploy them to any Power BI customer.</a:t>
            </a:r>
          </a:p>
          <a:p>
            <a:r>
              <a:rPr lang="en-US" sz="2200" dirty="0"/>
              <a:t>These template apps allow Power BI Pro or Power BI Premium users to gain immediate insights through prepackaged dashboards and reports that can be connected to live data sources. </a:t>
            </a:r>
          </a:p>
        </p:txBody>
      </p:sp>
    </p:spTree>
    <p:extLst>
      <p:ext uri="{BB962C8B-B14F-4D97-AF65-F5344CB8AC3E}">
        <p14:creationId xmlns:p14="http://schemas.microsoft.com/office/powerpoint/2010/main" val="199335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4B8F-B8A5-058C-63FA-5F67E542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DAA35D-F024-F20C-4D50-66925081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The Different Template Apps in Power BI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B121ED-80DF-CAE6-333B-0CAFE2D410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Power BI Desktop Templates Files: Retail Analysis Templates, Financial Reporting Templates, Customer Analysis Templates, HR Analytics Templates, Healthcare Analytics Templates.</a:t>
            </a:r>
          </a:p>
          <a:p>
            <a:r>
              <a:rPr lang="en-US" dirty="0"/>
              <a:t>Power BI Service Apps: Microsoft Power Platform Analytics, Sales Force Analytics, Google Analytics, Microsoft Dynamic 365 Sales Analytics, Azure DevOps Analytics, GitHub Analytics.</a:t>
            </a:r>
          </a:p>
          <a:p>
            <a:r>
              <a:rPr lang="en-US" dirty="0"/>
              <a:t>Power BI Content Packs: Azure SQL Database Content Pack, MailChimp Content Pack, Dynamic 365 Content </a:t>
            </a:r>
            <a:r>
              <a:rPr lang="en-US" dirty="0" err="1"/>
              <a:t>PackSales</a:t>
            </a:r>
            <a:r>
              <a:rPr lang="en-US" dirty="0"/>
              <a:t> Templates.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64199C-D5C3-924D-C70D-4774B008A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D14C1D2-B708-AE79-630A-2B6313617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12C4F87-5810-533B-218A-FE24E0A9D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C35DC01-5BCA-B9A6-CD10-05DAA0A92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551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Uses of Some Template Apps in Power BI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/>
              <a:t>Power BI Desktop Templates Files - Retail Analysis Template Apps: These help in management decisions and the improvement of an organization's revenue.</a:t>
            </a:r>
          </a:p>
          <a:p>
            <a:r>
              <a:rPr lang="en-US" sz="2200" dirty="0"/>
              <a:t>Power BI Desktop Template Files - HR Analytics Template Apps: These include essential reports such as employee profile, headcount, and basic salary analysis.</a:t>
            </a:r>
          </a:p>
          <a:p>
            <a:r>
              <a:rPr lang="en-US" sz="2200" dirty="0"/>
              <a:t>Power BI Service Apps - Salesforce Analytics for Sales Managers template app: This provides insights for analyzing marketing effort. It provides key metrics, such as sales pipeline, best accounts, and KPIs.</a:t>
            </a:r>
          </a:p>
          <a:p>
            <a:r>
              <a:rPr lang="en-US" sz="2200" dirty="0"/>
              <a:t>Power BI Content Packs - MailChimp Content Pack template: This is used to explore data such as Top Campaigns of Total Opens by Day of Week.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50E9-89C8-D343-0F28-10034D5D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29D459-5AF0-A1C6-01C9-E27EB96E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Advantages of Template Apps in Power BI for data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9F4B60-282B-7258-2FB6-107497BDD3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Consistency: By using a standardized template, one can ensure that all reports within the organization follow a consistent visual style and data organization. Also, consistency enhances the brand identity, improves readability, and reduces errors.</a:t>
            </a:r>
          </a:p>
          <a:p>
            <a:r>
              <a:rPr lang="en-US" dirty="0"/>
              <a:t>Time-saving: Template apps offer a pre-designed layout and data connections, significantly reducing the time required to build a new report or dashboard. Time-saving boosts decision-making as a result.</a:t>
            </a:r>
          </a:p>
          <a:p>
            <a:r>
              <a:rPr lang="en-US" dirty="0"/>
              <a:t>Faster Adoption: For new Power BI users, template apps provide a readily accessible starting point to quickly learn the platform and begin data analysis. This advantage increases productivity and encourages best practices in data analysis.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383D44-0B2B-C27D-4919-B7A36DCAE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ACDFB2C-735B-B0B6-FA18-6FCA4EFDC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E0ED3B3-0B83-330D-80D3-A6D852216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94BB7C7-CEA1-B7CF-18CB-A7D3F1C30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9371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Abena </a:t>
            </a:r>
            <a:r>
              <a:rPr lang="en-US" dirty="0" err="1"/>
              <a:t>Tenewaa</a:t>
            </a:r>
            <a:r>
              <a:rPr lang="en-US" dirty="0"/>
              <a:t> Omari</a:t>
            </a:r>
          </a:p>
          <a:p>
            <a:r>
              <a:rPr lang="en-US" dirty="0"/>
              <a:t>Lydia Fordjour</a:t>
            </a:r>
          </a:p>
          <a:p>
            <a:r>
              <a:rPr lang="en-US" dirty="0"/>
              <a:t>Perpetual Williams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1328A6-4715-A987-09D1-246ABAD5D7BC}"/>
              </a:ext>
            </a:extLst>
          </p:cNvPr>
          <p:cNvSpPr txBox="1">
            <a:spLocks/>
          </p:cNvSpPr>
          <p:nvPr/>
        </p:nvSpPr>
        <p:spPr>
          <a:xfrm>
            <a:off x="4693728" y="4549552"/>
            <a:ext cx="5486400" cy="16459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Henry </a:t>
            </a:r>
            <a:r>
              <a:rPr lang="en-US" dirty="0" err="1"/>
              <a:t>Kusodzi</a:t>
            </a:r>
            <a:endParaRPr lang="en-US" dirty="0"/>
          </a:p>
          <a:p>
            <a:r>
              <a:rPr lang="en-US" dirty="0" err="1"/>
              <a:t>Memunatu</a:t>
            </a:r>
            <a:r>
              <a:rPr lang="en-US" dirty="0"/>
              <a:t> Alhassan</a:t>
            </a:r>
          </a:p>
          <a:p>
            <a:r>
              <a:rPr lang="en-US" dirty="0"/>
              <a:t>Raihana Ahmad</a:t>
            </a:r>
          </a:p>
        </p:txBody>
      </p:sp>
    </p:spTree>
    <p:extLst>
      <p:ext uri="{BB962C8B-B14F-4D97-AF65-F5344CB8AC3E}">
        <p14:creationId xmlns:p14="http://schemas.microsoft.com/office/powerpoint/2010/main" val="329049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DC92-4F57-2D10-CCE6-22401E03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4B0C-C9E7-7209-FA76-2156343BF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C8098-D49D-AD37-3087-DFE7328666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>
            <a:normAutofit/>
          </a:bodyPr>
          <a:lstStyle/>
          <a:p>
            <a:r>
              <a:rPr lang="en-US" dirty="0"/>
              <a:t>Microsoft Learn</a:t>
            </a:r>
          </a:p>
          <a:p>
            <a:pPr lvl="1"/>
            <a:r>
              <a:rPr lang="en-US" dirty="0">
                <a:hlinkClick r:id="rId3"/>
              </a:rPr>
              <a:t>What is a Power BI app?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What is a Power BI template app?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Uses of some template apps in Power BI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Uses of some template apps in Power BI</a:t>
            </a:r>
            <a:endParaRPr lang="en-US" dirty="0"/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735FE4-C370-4DB8-0975-D38694FA0D2F}"/>
              </a:ext>
            </a:extLst>
          </p:cNvPr>
          <p:cNvSpPr txBox="1">
            <a:spLocks/>
          </p:cNvSpPr>
          <p:nvPr/>
        </p:nvSpPr>
        <p:spPr>
          <a:xfrm>
            <a:off x="6257472" y="2676525"/>
            <a:ext cx="5746750" cy="359747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Microsoft AppSource</a:t>
            </a:r>
          </a:p>
          <a:p>
            <a:pPr lvl="1"/>
            <a:r>
              <a:rPr lang="en-US" dirty="0">
                <a:hlinkClick r:id="rId7"/>
              </a:rPr>
              <a:t>Uses of some template apps in Power BI</a:t>
            </a:r>
            <a:endParaRPr lang="en-US" dirty="0"/>
          </a:p>
          <a:p>
            <a:r>
              <a:rPr lang="en-US" dirty="0" err="1"/>
              <a:t>ExcelMojo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Advantages of using template apps in Power BI</a:t>
            </a:r>
            <a:endParaRPr lang="en-US" dirty="0"/>
          </a:p>
          <a:p>
            <a:pPr lvl="1"/>
            <a:endParaRPr lang="en-US" dirty="0"/>
          </a:p>
          <a:p>
            <a:pPr marL="402336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5040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purl.org/dc/elements/1.1/"/>
    <ds:schemaRef ds:uri="230e9df3-be65-4c73-a93b-d1236ebd677e"/>
    <ds:schemaRef ds:uri="71af3243-3dd4-4a8d-8c0d-dd76da1f02a5"/>
    <ds:schemaRef ds:uri="http://www.w3.org/XML/1998/namespace"/>
    <ds:schemaRef ds:uri="http://schemas.microsoft.com/office/infopath/2007/PartnerControl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16c05727-aa75-4e4a-9b5f-8a80a116589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{096D3843-9D45-4892-BB3C-2C1FFCFFC2B2}tf78853419_win32</Template>
  <TotalTime>139</TotalTime>
  <Words>606</Words>
  <Application>Microsoft Office PowerPoint</Application>
  <PresentationFormat>Widescreen</PresentationFormat>
  <Paragraphs>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Advantages of using template apps in Power BI for data analytics</vt:lpstr>
      <vt:lpstr>Outline</vt:lpstr>
      <vt:lpstr>A Power BI App</vt:lpstr>
      <vt:lpstr>A Power BI Template App</vt:lpstr>
      <vt:lpstr>The Different Template Apps in Power BI</vt:lpstr>
      <vt:lpstr>Uses of Some Template Apps in Power BI</vt:lpstr>
      <vt:lpstr>Advantages of Template Apps in Power BI for data analysis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Abena Omari</dc:creator>
  <cp:lastModifiedBy>Abena Omari</cp:lastModifiedBy>
  <cp:revision>2</cp:revision>
  <dcterms:created xsi:type="dcterms:W3CDTF">2025-02-10T11:11:39Z</dcterms:created>
  <dcterms:modified xsi:type="dcterms:W3CDTF">2025-02-10T13:34:12Z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